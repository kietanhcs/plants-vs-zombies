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Press Start 2P" charset="1" panose="00000500000000000000"/>
      <p:regular r:id="rId37"/>
    </p:embeddedFont>
    <p:embeddedFont>
      <p:font typeface="IBM Plex Mono Bold" charset="1" panose="020B0809050203000203"/>
      <p:regular r:id="rId38"/>
    </p:embeddedFont>
    <p:embeddedFont>
      <p:font typeface="IBM Plex Mono" charset="1" panose="020B05090502030002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14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VAHKqGe8r_k.mp4" Type="http://schemas.openxmlformats.org/officeDocument/2006/relationships/video"/><Relationship Id="rId4" Target="../media/VAHKqGe8r_k.mp4" Type="http://schemas.microsoft.com/office/2007/relationships/media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Relationship Id="rId3" Target="../media/VAHJ_xXgYs0.mp4" Type="http://schemas.openxmlformats.org/officeDocument/2006/relationships/video"/><Relationship Id="rId4" Target="../media/VAHJ_xXgYs0.mp4" Type="http://schemas.microsoft.com/office/2007/relationships/media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62.png" Type="http://schemas.openxmlformats.org/officeDocument/2006/relationships/image"/><Relationship Id="rId15" Target="../media/image63.svg" Type="http://schemas.openxmlformats.org/officeDocument/2006/relationships/image"/><Relationship Id="rId16" Target="../media/image64.png" Type="http://schemas.openxmlformats.org/officeDocument/2006/relationships/image"/><Relationship Id="rId17" Target="../media/image65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25154" y="1028700"/>
            <a:ext cx="2637692" cy="2057400"/>
          </a:xfrm>
          <a:custGeom>
            <a:avLst/>
            <a:gdLst/>
            <a:ahLst/>
            <a:cxnLst/>
            <a:rect r="r" b="b" t="t" l="l"/>
            <a:pathLst>
              <a:path h="2057400" w="2637692">
                <a:moveTo>
                  <a:pt x="0" y="0"/>
                </a:moveTo>
                <a:lnTo>
                  <a:pt x="2637692" y="0"/>
                </a:lnTo>
                <a:lnTo>
                  <a:pt x="263769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29380" y="5599714"/>
            <a:ext cx="2929920" cy="532713"/>
          </a:xfrm>
          <a:custGeom>
            <a:avLst/>
            <a:gdLst/>
            <a:ahLst/>
            <a:cxnLst/>
            <a:rect r="r" b="b" t="t" l="l"/>
            <a:pathLst>
              <a:path h="532713" w="2929920">
                <a:moveTo>
                  <a:pt x="0" y="0"/>
                </a:moveTo>
                <a:lnTo>
                  <a:pt x="2929920" y="0"/>
                </a:lnTo>
                <a:lnTo>
                  <a:pt x="2929920" y="532713"/>
                </a:lnTo>
                <a:lnTo>
                  <a:pt x="0" y="532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734472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68956" y="2271727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405008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29380" y="5866071"/>
            <a:ext cx="2328184" cy="4219834"/>
          </a:xfrm>
          <a:custGeom>
            <a:avLst/>
            <a:gdLst/>
            <a:ahLst/>
            <a:cxnLst/>
            <a:rect r="r" b="b" t="t" l="l"/>
            <a:pathLst>
              <a:path h="4219834" w="2328184">
                <a:moveTo>
                  <a:pt x="0" y="0"/>
                </a:moveTo>
                <a:lnTo>
                  <a:pt x="2328185" y="0"/>
                </a:lnTo>
                <a:lnTo>
                  <a:pt x="2328185" y="4219834"/>
                </a:lnTo>
                <a:lnTo>
                  <a:pt x="0" y="42198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7253" y="6490415"/>
            <a:ext cx="3785728" cy="3595490"/>
          </a:xfrm>
          <a:custGeom>
            <a:avLst/>
            <a:gdLst/>
            <a:ahLst/>
            <a:cxnLst/>
            <a:rect r="r" b="b" t="t" l="l"/>
            <a:pathLst>
              <a:path h="3595490" w="3785728">
                <a:moveTo>
                  <a:pt x="0" y="0"/>
                </a:moveTo>
                <a:lnTo>
                  <a:pt x="3785728" y="0"/>
                </a:lnTo>
                <a:lnTo>
                  <a:pt x="3785728" y="3595490"/>
                </a:lnTo>
                <a:lnTo>
                  <a:pt x="0" y="35954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55808" y="5957702"/>
            <a:ext cx="2929920" cy="532713"/>
          </a:xfrm>
          <a:custGeom>
            <a:avLst/>
            <a:gdLst/>
            <a:ahLst/>
            <a:cxnLst/>
            <a:rect r="r" b="b" t="t" l="l"/>
            <a:pathLst>
              <a:path h="532713" w="2929920">
                <a:moveTo>
                  <a:pt x="0" y="0"/>
                </a:moveTo>
                <a:lnTo>
                  <a:pt x="2929920" y="0"/>
                </a:lnTo>
                <a:lnTo>
                  <a:pt x="2929920" y="532713"/>
                </a:lnTo>
                <a:lnTo>
                  <a:pt x="0" y="532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0"/>
            <a:ext cx="2584649" cy="2584649"/>
          </a:xfrm>
          <a:custGeom>
            <a:avLst/>
            <a:gdLst/>
            <a:ahLst/>
            <a:cxnLst/>
            <a:rect r="r" b="b" t="t" l="l"/>
            <a:pathLst>
              <a:path h="2584649" w="2584649">
                <a:moveTo>
                  <a:pt x="0" y="0"/>
                </a:moveTo>
                <a:lnTo>
                  <a:pt x="2584649" y="0"/>
                </a:lnTo>
                <a:lnTo>
                  <a:pt x="2584649" y="2584649"/>
                </a:lnTo>
                <a:lnTo>
                  <a:pt x="0" y="2584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47850" y="3106788"/>
            <a:ext cx="14592300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PLANTS VS ZOMBIE: GOLDEN SPATULA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734472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54882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502272" y="241960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82651" y="1028700"/>
            <a:ext cx="12922697" cy="7359366"/>
          </a:xfrm>
          <a:custGeom>
            <a:avLst/>
            <a:gdLst/>
            <a:ahLst/>
            <a:cxnLst/>
            <a:rect r="r" b="b" t="t" l="l"/>
            <a:pathLst>
              <a:path h="7359366" w="12922697">
                <a:moveTo>
                  <a:pt x="0" y="0"/>
                </a:moveTo>
                <a:lnTo>
                  <a:pt x="12922698" y="0"/>
                </a:lnTo>
                <a:lnTo>
                  <a:pt x="12922698" y="7359366"/>
                </a:lnTo>
                <a:lnTo>
                  <a:pt x="0" y="7359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734472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54882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502272" y="241960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13469" y="0"/>
            <a:ext cx="6216430" cy="9066243"/>
          </a:xfrm>
          <a:custGeom>
            <a:avLst/>
            <a:gdLst/>
            <a:ahLst/>
            <a:cxnLst/>
            <a:rect r="r" b="b" t="t" l="l"/>
            <a:pathLst>
              <a:path h="9066243" w="6216430">
                <a:moveTo>
                  <a:pt x="0" y="0"/>
                </a:moveTo>
                <a:lnTo>
                  <a:pt x="6216430" y="0"/>
                </a:lnTo>
                <a:lnTo>
                  <a:pt x="6216430" y="9066243"/>
                </a:lnTo>
                <a:lnTo>
                  <a:pt x="0" y="9066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734472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54882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502272" y="241960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2575" y="554882"/>
            <a:ext cx="15181897" cy="8866245"/>
          </a:xfrm>
          <a:custGeom>
            <a:avLst/>
            <a:gdLst/>
            <a:ahLst/>
            <a:cxnLst/>
            <a:rect r="r" b="b" t="t" l="l"/>
            <a:pathLst>
              <a:path h="8866245" w="15181897">
                <a:moveTo>
                  <a:pt x="0" y="0"/>
                </a:moveTo>
                <a:lnTo>
                  <a:pt x="15181897" y="0"/>
                </a:lnTo>
                <a:lnTo>
                  <a:pt x="15181897" y="8866246"/>
                </a:lnTo>
                <a:lnTo>
                  <a:pt x="0" y="8866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474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185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15858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57901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99944" y="5587300"/>
            <a:ext cx="1989556" cy="3880340"/>
          </a:xfrm>
          <a:custGeom>
            <a:avLst/>
            <a:gdLst/>
            <a:ahLst/>
            <a:cxnLst/>
            <a:rect r="r" b="b" t="t" l="l"/>
            <a:pathLst>
              <a:path h="3880340" w="1989556">
                <a:moveTo>
                  <a:pt x="0" y="0"/>
                </a:moveTo>
                <a:lnTo>
                  <a:pt x="1989556" y="0"/>
                </a:lnTo>
                <a:lnTo>
                  <a:pt x="1989556" y="3880340"/>
                </a:lnTo>
                <a:lnTo>
                  <a:pt x="0" y="38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6508" y="1904188"/>
            <a:ext cx="12304437" cy="2962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0"/>
              </a:lnSpc>
              <a:spcBef>
                <a:spcPct val="0"/>
              </a:spcBef>
            </a:pPr>
            <a:r>
              <a:rPr lang="en-US" sz="845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HOW TO PLAY OUR GAME?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417805" y="81827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22813" y="4959233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5370" y="3470934"/>
            <a:ext cx="951586" cy="332190"/>
          </a:xfrm>
          <a:custGeom>
            <a:avLst/>
            <a:gdLst/>
            <a:ahLst/>
            <a:cxnLst/>
            <a:rect r="r" b="b" t="t" l="l"/>
            <a:pathLst>
              <a:path h="332190" w="951586">
                <a:moveTo>
                  <a:pt x="0" y="0"/>
                </a:moveTo>
                <a:lnTo>
                  <a:pt x="951585" y="0"/>
                </a:lnTo>
                <a:lnTo>
                  <a:pt x="951585" y="332190"/>
                </a:lnTo>
                <a:lnTo>
                  <a:pt x="0" y="332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7832716" y="644363"/>
            <a:ext cx="1952021" cy="347815"/>
          </a:xfrm>
          <a:custGeom>
            <a:avLst/>
            <a:gdLst/>
            <a:ahLst/>
            <a:cxnLst/>
            <a:rect r="r" b="b" t="t" l="l"/>
            <a:pathLst>
              <a:path h="347815" w="1952021">
                <a:moveTo>
                  <a:pt x="1952021" y="0"/>
                </a:moveTo>
                <a:lnTo>
                  <a:pt x="0" y="0"/>
                </a:lnTo>
                <a:lnTo>
                  <a:pt x="0" y="347815"/>
                </a:lnTo>
                <a:lnTo>
                  <a:pt x="1952021" y="347815"/>
                </a:lnTo>
                <a:lnTo>
                  <a:pt x="19520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43837" y="1686910"/>
            <a:ext cx="3974971" cy="7752602"/>
          </a:xfrm>
          <a:custGeom>
            <a:avLst/>
            <a:gdLst/>
            <a:ahLst/>
            <a:cxnLst/>
            <a:rect r="r" b="b" t="t" l="l"/>
            <a:pathLst>
              <a:path h="7752602" w="3974971">
                <a:moveTo>
                  <a:pt x="0" y="0"/>
                </a:moveTo>
                <a:lnTo>
                  <a:pt x="3974970" y="0"/>
                </a:lnTo>
                <a:lnTo>
                  <a:pt x="3974970" y="7752602"/>
                </a:lnTo>
                <a:lnTo>
                  <a:pt x="0" y="7752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47850" y="2304928"/>
            <a:ext cx="10767602" cy="367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1"/>
              </a:lnSpc>
              <a:spcBef>
                <a:spcPct val="0"/>
              </a:spcBef>
            </a:pPr>
            <a:r>
              <a:rPr lang="en-US" sz="695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WHAT CHARACTERS WE USE?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76126" y="148502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5" y="0"/>
                </a:lnTo>
                <a:lnTo>
                  <a:pt x="2772795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79970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76126" y="148502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5" y="0"/>
                </a:lnTo>
                <a:lnTo>
                  <a:pt x="2772795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79970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85605" y="7082630"/>
            <a:ext cx="2727635" cy="2727635"/>
          </a:xfrm>
          <a:custGeom>
            <a:avLst/>
            <a:gdLst/>
            <a:ahLst/>
            <a:cxnLst/>
            <a:rect r="r" b="b" t="t" l="l"/>
            <a:pathLst>
              <a:path h="2727635" w="2727635">
                <a:moveTo>
                  <a:pt x="0" y="0"/>
                </a:moveTo>
                <a:lnTo>
                  <a:pt x="2727635" y="0"/>
                </a:lnTo>
                <a:lnTo>
                  <a:pt x="2727635" y="2727635"/>
                </a:lnTo>
                <a:lnTo>
                  <a:pt x="0" y="27276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5172" y="7082630"/>
            <a:ext cx="2920433" cy="2920433"/>
          </a:xfrm>
          <a:custGeom>
            <a:avLst/>
            <a:gdLst/>
            <a:ahLst/>
            <a:cxnLst/>
            <a:rect r="r" b="b" t="t" l="l"/>
            <a:pathLst>
              <a:path h="2920433" w="2920433">
                <a:moveTo>
                  <a:pt x="0" y="0"/>
                </a:moveTo>
                <a:lnTo>
                  <a:pt x="2920433" y="0"/>
                </a:lnTo>
                <a:lnTo>
                  <a:pt x="2920433" y="2920433"/>
                </a:lnTo>
                <a:lnTo>
                  <a:pt x="0" y="29204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13240" y="6737623"/>
            <a:ext cx="2996797" cy="3032053"/>
          </a:xfrm>
          <a:custGeom>
            <a:avLst/>
            <a:gdLst/>
            <a:ahLst/>
            <a:cxnLst/>
            <a:rect r="r" b="b" t="t" l="l"/>
            <a:pathLst>
              <a:path h="3032053" w="2996797">
                <a:moveTo>
                  <a:pt x="0" y="0"/>
                </a:moveTo>
                <a:lnTo>
                  <a:pt x="2996797" y="0"/>
                </a:lnTo>
                <a:lnTo>
                  <a:pt x="2996797" y="3032053"/>
                </a:lnTo>
                <a:lnTo>
                  <a:pt x="0" y="30320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6737623"/>
            <a:ext cx="3382967" cy="3624607"/>
          </a:xfrm>
          <a:custGeom>
            <a:avLst/>
            <a:gdLst/>
            <a:ahLst/>
            <a:cxnLst/>
            <a:rect r="r" b="b" t="t" l="l"/>
            <a:pathLst>
              <a:path h="3624607" w="3382967">
                <a:moveTo>
                  <a:pt x="0" y="0"/>
                </a:moveTo>
                <a:lnTo>
                  <a:pt x="3382967" y="0"/>
                </a:lnTo>
                <a:lnTo>
                  <a:pt x="3382967" y="3624607"/>
                </a:lnTo>
                <a:lnTo>
                  <a:pt x="0" y="36246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48921" y="6334652"/>
            <a:ext cx="3862507" cy="3668411"/>
          </a:xfrm>
          <a:custGeom>
            <a:avLst/>
            <a:gdLst/>
            <a:ahLst/>
            <a:cxnLst/>
            <a:rect r="r" b="b" t="t" l="l"/>
            <a:pathLst>
              <a:path h="3668411" w="3862507">
                <a:moveTo>
                  <a:pt x="0" y="0"/>
                </a:moveTo>
                <a:lnTo>
                  <a:pt x="3862507" y="0"/>
                </a:lnTo>
                <a:lnTo>
                  <a:pt x="3862507" y="3668411"/>
                </a:lnTo>
                <a:lnTo>
                  <a:pt x="0" y="36684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76126" y="148502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5" y="0"/>
                </a:lnTo>
                <a:lnTo>
                  <a:pt x="2772795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79970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7309" y="5723967"/>
            <a:ext cx="2724199" cy="4086298"/>
          </a:xfrm>
          <a:custGeom>
            <a:avLst/>
            <a:gdLst/>
            <a:ahLst/>
            <a:cxnLst/>
            <a:rect r="r" b="b" t="t" l="l"/>
            <a:pathLst>
              <a:path h="4086298" w="2724199">
                <a:moveTo>
                  <a:pt x="0" y="0"/>
                </a:moveTo>
                <a:lnTo>
                  <a:pt x="2724199" y="0"/>
                </a:lnTo>
                <a:lnTo>
                  <a:pt x="2724199" y="4086298"/>
                </a:lnTo>
                <a:lnTo>
                  <a:pt x="0" y="4086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3342" y="5167291"/>
            <a:ext cx="2713160" cy="4663243"/>
          </a:xfrm>
          <a:custGeom>
            <a:avLst/>
            <a:gdLst/>
            <a:ahLst/>
            <a:cxnLst/>
            <a:rect r="r" b="b" t="t" l="l"/>
            <a:pathLst>
              <a:path h="4663243" w="2713160">
                <a:moveTo>
                  <a:pt x="0" y="0"/>
                </a:moveTo>
                <a:lnTo>
                  <a:pt x="2713160" y="0"/>
                </a:lnTo>
                <a:lnTo>
                  <a:pt x="2713160" y="4663243"/>
                </a:lnTo>
                <a:lnTo>
                  <a:pt x="0" y="46632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45997" y="5167291"/>
            <a:ext cx="2713160" cy="4663243"/>
          </a:xfrm>
          <a:custGeom>
            <a:avLst/>
            <a:gdLst/>
            <a:ahLst/>
            <a:cxnLst/>
            <a:rect r="r" b="b" t="t" l="l"/>
            <a:pathLst>
              <a:path h="4663243" w="2713160">
                <a:moveTo>
                  <a:pt x="0" y="0"/>
                </a:moveTo>
                <a:lnTo>
                  <a:pt x="2713160" y="0"/>
                </a:lnTo>
                <a:lnTo>
                  <a:pt x="2713160" y="4663243"/>
                </a:lnTo>
                <a:lnTo>
                  <a:pt x="0" y="466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11323" y="5147022"/>
            <a:ext cx="3230008" cy="4683512"/>
          </a:xfrm>
          <a:custGeom>
            <a:avLst/>
            <a:gdLst/>
            <a:ahLst/>
            <a:cxnLst/>
            <a:rect r="r" b="b" t="t" l="l"/>
            <a:pathLst>
              <a:path h="4683512" w="3230008">
                <a:moveTo>
                  <a:pt x="0" y="0"/>
                </a:moveTo>
                <a:lnTo>
                  <a:pt x="3230008" y="0"/>
                </a:lnTo>
                <a:lnTo>
                  <a:pt x="3230008" y="4683512"/>
                </a:lnTo>
                <a:lnTo>
                  <a:pt x="0" y="46835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26057" y="4441381"/>
            <a:ext cx="6767215" cy="5858740"/>
          </a:xfrm>
          <a:custGeom>
            <a:avLst/>
            <a:gdLst/>
            <a:ahLst/>
            <a:cxnLst/>
            <a:rect r="r" b="b" t="t" l="l"/>
            <a:pathLst>
              <a:path h="5858740" w="6767215">
                <a:moveTo>
                  <a:pt x="0" y="0"/>
                </a:moveTo>
                <a:lnTo>
                  <a:pt x="6767215" y="0"/>
                </a:lnTo>
                <a:lnTo>
                  <a:pt x="6767215" y="5858740"/>
                </a:lnTo>
                <a:lnTo>
                  <a:pt x="0" y="58587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91968" y="4754717"/>
            <a:ext cx="4356953" cy="5232068"/>
          </a:xfrm>
          <a:custGeom>
            <a:avLst/>
            <a:gdLst/>
            <a:ahLst/>
            <a:cxnLst/>
            <a:rect r="r" b="b" t="t" l="l"/>
            <a:pathLst>
              <a:path h="5232068" w="4356953">
                <a:moveTo>
                  <a:pt x="0" y="0"/>
                </a:moveTo>
                <a:lnTo>
                  <a:pt x="4356953" y="0"/>
                </a:lnTo>
                <a:lnTo>
                  <a:pt x="4356953" y="5232068"/>
                </a:lnTo>
                <a:lnTo>
                  <a:pt x="0" y="52320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54100" y="4963458"/>
            <a:ext cx="4707961" cy="5023327"/>
          </a:xfrm>
          <a:custGeom>
            <a:avLst/>
            <a:gdLst/>
            <a:ahLst/>
            <a:cxnLst/>
            <a:rect r="r" b="b" t="t" l="l"/>
            <a:pathLst>
              <a:path h="5023327" w="4707961">
                <a:moveTo>
                  <a:pt x="0" y="0"/>
                </a:moveTo>
                <a:lnTo>
                  <a:pt x="4707961" y="0"/>
                </a:lnTo>
                <a:lnTo>
                  <a:pt x="470796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18062" y="5723967"/>
            <a:ext cx="4347170" cy="4368584"/>
          </a:xfrm>
          <a:custGeom>
            <a:avLst/>
            <a:gdLst/>
            <a:ahLst/>
            <a:cxnLst/>
            <a:rect r="r" b="b" t="t" l="l"/>
            <a:pathLst>
              <a:path h="4368584" w="4347170">
                <a:moveTo>
                  <a:pt x="0" y="0"/>
                </a:moveTo>
                <a:lnTo>
                  <a:pt x="4347170" y="0"/>
                </a:lnTo>
                <a:lnTo>
                  <a:pt x="4347170" y="4368584"/>
                </a:lnTo>
                <a:lnTo>
                  <a:pt x="0" y="436858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0530" y="1934508"/>
            <a:ext cx="5762864" cy="7475413"/>
          </a:xfrm>
          <a:custGeom>
            <a:avLst/>
            <a:gdLst/>
            <a:ahLst/>
            <a:cxnLst/>
            <a:rect r="r" b="b" t="t" l="l"/>
            <a:pathLst>
              <a:path h="7475413" w="5762864">
                <a:moveTo>
                  <a:pt x="0" y="0"/>
                </a:moveTo>
                <a:lnTo>
                  <a:pt x="5762864" y="0"/>
                </a:lnTo>
                <a:lnTo>
                  <a:pt x="5762864" y="7475413"/>
                </a:lnTo>
                <a:lnTo>
                  <a:pt x="0" y="747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2541" y="6047321"/>
            <a:ext cx="1345040" cy="3362600"/>
          </a:xfrm>
          <a:custGeom>
            <a:avLst/>
            <a:gdLst/>
            <a:ahLst/>
            <a:cxnLst/>
            <a:rect r="r" b="b" t="t" l="l"/>
            <a:pathLst>
              <a:path h="3362600" w="1345040">
                <a:moveTo>
                  <a:pt x="0" y="0"/>
                </a:moveTo>
                <a:lnTo>
                  <a:pt x="1345040" y="0"/>
                </a:lnTo>
                <a:lnTo>
                  <a:pt x="1345040" y="3362600"/>
                </a:lnTo>
                <a:lnTo>
                  <a:pt x="0" y="3362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1436" y="7587065"/>
            <a:ext cx="729142" cy="1822856"/>
          </a:xfrm>
          <a:custGeom>
            <a:avLst/>
            <a:gdLst/>
            <a:ahLst/>
            <a:cxnLst/>
            <a:rect r="r" b="b" t="t" l="l"/>
            <a:pathLst>
              <a:path h="1822856" w="729142">
                <a:moveTo>
                  <a:pt x="0" y="0"/>
                </a:moveTo>
                <a:lnTo>
                  <a:pt x="729143" y="0"/>
                </a:lnTo>
                <a:lnTo>
                  <a:pt x="729143" y="1822856"/>
                </a:lnTo>
                <a:lnTo>
                  <a:pt x="0" y="182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70769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4720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78671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32622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84675" y="2592329"/>
            <a:ext cx="8935467" cy="304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5"/>
              </a:lnSpc>
              <a:spcBef>
                <a:spcPct val="0"/>
              </a:spcBef>
            </a:pPr>
            <a:r>
              <a:rPr lang="en-US" sz="5768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HOW IS THE CODE ORGANIZED?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88753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948915" y="4008751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8476" y="-37615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12991" y="-37615"/>
            <a:ext cx="7912287" cy="9517018"/>
          </a:xfrm>
          <a:custGeom>
            <a:avLst/>
            <a:gdLst/>
            <a:ahLst/>
            <a:cxnLst/>
            <a:rect r="r" b="b" t="t" l="l"/>
            <a:pathLst>
              <a:path h="9517018" w="7912287">
                <a:moveTo>
                  <a:pt x="0" y="0"/>
                </a:moveTo>
                <a:lnTo>
                  <a:pt x="7912286" y="0"/>
                </a:lnTo>
                <a:lnTo>
                  <a:pt x="7912286" y="9517018"/>
                </a:lnTo>
                <a:lnTo>
                  <a:pt x="0" y="95170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896" t="-336" r="-21618" b="-33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5548" y="832099"/>
            <a:ext cx="16853678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38B71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FACTORY METHOD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028680"/>
            <a:ext cx="9267470" cy="672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Key Classes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: PlantFactory, ZombieFactory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Problem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: Rigid code. WaveManager becomes too complex by handling specific details for every unit type.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Solution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: Use an interface. The manager requests a type; the factory handles the setup.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Benefit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: Open/Closed Principle. Add new plants or zombies without changing existing game logic.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8476" y="-37615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5548" y="832099"/>
            <a:ext cx="5080852" cy="181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38B71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FACTORY METHOD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486400" y="0"/>
            <a:ext cx="12981012" cy="9237564"/>
          </a:xfrm>
          <a:custGeom>
            <a:avLst/>
            <a:gdLst/>
            <a:ahLst/>
            <a:cxnLst/>
            <a:rect r="r" b="b" t="t" l="l"/>
            <a:pathLst>
              <a:path h="9237564" w="12981012">
                <a:moveTo>
                  <a:pt x="0" y="0"/>
                </a:moveTo>
                <a:lnTo>
                  <a:pt x="12981012" y="0"/>
                </a:lnTo>
                <a:lnTo>
                  <a:pt x="12981012" y="9237564"/>
                </a:lnTo>
                <a:lnTo>
                  <a:pt x="0" y="92375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5548" y="40287"/>
            <a:ext cx="16853678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38B71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FACADE PATTERN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93" y="1534276"/>
            <a:ext cx="9091407" cy="616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Hub: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PlayScene class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Problem: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"Spaghetti Code." Too many links between SunManager, GridManager, and MusicController.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Solution: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 central control center. Subsystems are triggered through one method: tryPlacePlant().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Benefit: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Decoupling. Update the grid or sun mechanics without breaking the input system.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370368" y="1719605"/>
            <a:ext cx="9069104" cy="5862410"/>
          </a:xfrm>
          <a:custGeom>
            <a:avLst/>
            <a:gdLst/>
            <a:ahLst/>
            <a:cxnLst/>
            <a:rect r="r" b="b" t="t" l="l"/>
            <a:pathLst>
              <a:path h="5862410" w="9069104">
                <a:moveTo>
                  <a:pt x="0" y="0"/>
                </a:moveTo>
                <a:lnTo>
                  <a:pt x="9069104" y="0"/>
                </a:lnTo>
                <a:lnTo>
                  <a:pt x="9069104" y="5862410"/>
                </a:lnTo>
                <a:lnTo>
                  <a:pt x="0" y="58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73" r="0" b="-373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11341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38B71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FLYWEIGHT PATTERN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11860" y="1600951"/>
            <a:ext cx="8976140" cy="6384280"/>
          </a:xfrm>
          <a:custGeom>
            <a:avLst/>
            <a:gdLst/>
            <a:ahLst/>
            <a:cxnLst/>
            <a:rect r="r" b="b" t="t" l="l"/>
            <a:pathLst>
              <a:path h="6384280" w="8976140">
                <a:moveTo>
                  <a:pt x="0" y="0"/>
                </a:moveTo>
                <a:lnTo>
                  <a:pt x="8976140" y="0"/>
                </a:lnTo>
                <a:lnTo>
                  <a:pt x="8976140" y="6384279"/>
                </a:lnTo>
                <a:lnTo>
                  <a:pt x="0" y="6384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593" y="1534276"/>
            <a:ext cx="9091407" cy="672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Tool: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SpriteCache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Problem: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RAM usage. Loading unique images for every single zombie would crash the game.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Solution: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Shared assets. Units point to a single reference of a texture in memory.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Benefit: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Performance. Allows dozens of units on screen simultaneously with minimal memory footprint.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8476" y="-37615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5548" y="832099"/>
            <a:ext cx="16853678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38B71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TEMPL</a:t>
            </a:r>
            <a:r>
              <a:rPr lang="en-US" sz="5200">
                <a:solidFill>
                  <a:srgbClr val="38B71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ATE METHOD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028680"/>
            <a:ext cx="9770509" cy="672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Base Classes: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Plant &amp; Zombie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Problem: Redundant code.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All units share a life cycle (Spawn →→ Fight →→ Die) but act differently.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Solution: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Define a fixed structure in the base class; let subclasses (e.g., BonkChoy) fill in the unique details.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74A05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Benefit: </a:t>
            </a:r>
            <a:r>
              <a:rPr lang="en-US" sz="31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Centralized Logic. Shared features like HP bars are managed in one place, making global updates easy.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547827" y="0"/>
            <a:ext cx="7823564" cy="8926388"/>
          </a:xfrm>
          <a:custGeom>
            <a:avLst/>
            <a:gdLst/>
            <a:ahLst/>
            <a:cxnLst/>
            <a:rect r="r" b="b" t="t" l="l"/>
            <a:pathLst>
              <a:path h="8926388" w="7823564">
                <a:moveTo>
                  <a:pt x="0" y="0"/>
                </a:moveTo>
                <a:lnTo>
                  <a:pt x="7823564" y="0"/>
                </a:lnTo>
                <a:lnTo>
                  <a:pt x="7823564" y="8926388"/>
                </a:lnTo>
                <a:lnTo>
                  <a:pt x="0" y="89263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STATE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45009" y="1392950"/>
            <a:ext cx="11648416" cy="8969280"/>
          </a:xfrm>
          <a:custGeom>
            <a:avLst/>
            <a:gdLst/>
            <a:ahLst/>
            <a:cxnLst/>
            <a:rect r="r" b="b" t="t" l="l"/>
            <a:pathLst>
              <a:path h="8969280" w="11648416">
                <a:moveTo>
                  <a:pt x="0" y="0"/>
                </a:moveTo>
                <a:lnTo>
                  <a:pt x="11648417" y="0"/>
                </a:lnTo>
                <a:lnTo>
                  <a:pt x="11648417" y="8969280"/>
                </a:lnTo>
                <a:lnTo>
                  <a:pt x="0" y="896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STATE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31425" y="2087938"/>
            <a:ext cx="14384320" cy="8199062"/>
          </a:xfrm>
          <a:custGeom>
            <a:avLst/>
            <a:gdLst/>
            <a:ahLst/>
            <a:cxnLst/>
            <a:rect r="r" b="b" t="t" l="l"/>
            <a:pathLst>
              <a:path h="8199062" w="14384320">
                <a:moveTo>
                  <a:pt x="0" y="0"/>
                </a:moveTo>
                <a:lnTo>
                  <a:pt x="14384320" y="0"/>
                </a:lnTo>
                <a:lnTo>
                  <a:pt x="14384320" y="8199062"/>
                </a:lnTo>
                <a:lnTo>
                  <a:pt x="0" y="8199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STATE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89" y="1619843"/>
            <a:ext cx="11712374" cy="8667157"/>
          </a:xfrm>
          <a:custGeom>
            <a:avLst/>
            <a:gdLst/>
            <a:ahLst/>
            <a:cxnLst/>
            <a:rect r="r" b="b" t="t" l="l"/>
            <a:pathLst>
              <a:path h="8667157" w="11712374">
                <a:moveTo>
                  <a:pt x="0" y="0"/>
                </a:moveTo>
                <a:lnTo>
                  <a:pt x="11712374" y="0"/>
                </a:lnTo>
                <a:lnTo>
                  <a:pt x="11712374" y="8667157"/>
                </a:lnTo>
                <a:lnTo>
                  <a:pt x="0" y="86671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STATE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62104" y="1317720"/>
            <a:ext cx="14015725" cy="8935025"/>
          </a:xfrm>
          <a:custGeom>
            <a:avLst/>
            <a:gdLst/>
            <a:ahLst/>
            <a:cxnLst/>
            <a:rect r="r" b="b" t="t" l="l"/>
            <a:pathLst>
              <a:path h="8935025" w="14015725">
                <a:moveTo>
                  <a:pt x="0" y="0"/>
                </a:moveTo>
                <a:lnTo>
                  <a:pt x="14015725" y="0"/>
                </a:lnTo>
                <a:lnTo>
                  <a:pt x="14015725" y="8935024"/>
                </a:lnTo>
                <a:lnTo>
                  <a:pt x="0" y="89350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STRATEGY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24939" y="1180117"/>
            <a:ext cx="12038121" cy="9164020"/>
          </a:xfrm>
          <a:custGeom>
            <a:avLst/>
            <a:gdLst/>
            <a:ahLst/>
            <a:cxnLst/>
            <a:rect r="r" b="b" t="t" l="l"/>
            <a:pathLst>
              <a:path h="9164020" w="12038121">
                <a:moveTo>
                  <a:pt x="0" y="0"/>
                </a:moveTo>
                <a:lnTo>
                  <a:pt x="12038122" y="0"/>
                </a:lnTo>
                <a:lnTo>
                  <a:pt x="12038122" y="9164019"/>
                </a:lnTo>
                <a:lnTo>
                  <a:pt x="0" y="9164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STRATEGY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42658" y="3143284"/>
            <a:ext cx="12602685" cy="3893853"/>
          </a:xfrm>
          <a:custGeom>
            <a:avLst/>
            <a:gdLst/>
            <a:ahLst/>
            <a:cxnLst/>
            <a:rect r="r" b="b" t="t" l="l"/>
            <a:pathLst>
              <a:path h="3893853" w="12602685">
                <a:moveTo>
                  <a:pt x="0" y="0"/>
                </a:moveTo>
                <a:lnTo>
                  <a:pt x="12602684" y="0"/>
                </a:lnTo>
                <a:lnTo>
                  <a:pt x="12602684" y="3893852"/>
                </a:lnTo>
                <a:lnTo>
                  <a:pt x="0" y="38938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STRATEGY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2692" y="1846320"/>
            <a:ext cx="14802616" cy="2905013"/>
          </a:xfrm>
          <a:custGeom>
            <a:avLst/>
            <a:gdLst/>
            <a:ahLst/>
            <a:cxnLst/>
            <a:rect r="r" b="b" t="t" l="l"/>
            <a:pathLst>
              <a:path h="2905013" w="14802616">
                <a:moveTo>
                  <a:pt x="0" y="0"/>
                </a:moveTo>
                <a:lnTo>
                  <a:pt x="14802616" y="0"/>
                </a:lnTo>
                <a:lnTo>
                  <a:pt x="14802616" y="2905013"/>
                </a:lnTo>
                <a:lnTo>
                  <a:pt x="0" y="29050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STRATEGY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676699"/>
            <a:ext cx="16230526" cy="6827022"/>
          </a:xfrm>
          <a:custGeom>
            <a:avLst/>
            <a:gdLst/>
            <a:ahLst/>
            <a:cxnLst/>
            <a:rect r="r" b="b" t="t" l="l"/>
            <a:pathLst>
              <a:path h="6827022" w="16230526">
                <a:moveTo>
                  <a:pt x="0" y="0"/>
                </a:moveTo>
                <a:lnTo>
                  <a:pt x="16230526" y="0"/>
                </a:lnTo>
                <a:lnTo>
                  <a:pt x="16230526" y="6827022"/>
                </a:lnTo>
                <a:lnTo>
                  <a:pt x="0" y="68270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43308.3340" end="5733.335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COMMAND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9041" y="3086422"/>
            <a:ext cx="1767765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1. COMMAND (THE INTERFACE)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2. CONCRETE COMMAND (SPECIFIC IMPLEMENTATIONS)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9041" y="5646217"/>
            <a:ext cx="17677657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3</a:t>
            </a:r>
            <a:r>
              <a:rPr lang="en-US" sz="1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. INVOKER (THE TRIGGER/CONTROLLER)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4. RECEIVER (THE TARGET OF ACTION)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COMMAND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45437" y="1434037"/>
            <a:ext cx="14197126" cy="7418926"/>
          </a:xfrm>
          <a:custGeom>
            <a:avLst/>
            <a:gdLst/>
            <a:ahLst/>
            <a:cxnLst/>
            <a:rect r="r" b="b" t="t" l="l"/>
            <a:pathLst>
              <a:path h="7418926" w="14197126">
                <a:moveTo>
                  <a:pt x="0" y="0"/>
                </a:moveTo>
                <a:lnTo>
                  <a:pt x="14197126" y="0"/>
                </a:lnTo>
                <a:lnTo>
                  <a:pt x="14197126" y="7418926"/>
                </a:lnTo>
                <a:lnTo>
                  <a:pt x="0" y="7418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8155614" y="-7537901"/>
            <a:ext cx="33632063" cy="18918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OBSERVER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82722" y="1277486"/>
            <a:ext cx="12522556" cy="8969280"/>
          </a:xfrm>
          <a:custGeom>
            <a:avLst/>
            <a:gdLst/>
            <a:ahLst/>
            <a:cxnLst/>
            <a:rect r="r" b="b" t="t" l="l"/>
            <a:pathLst>
              <a:path h="8969280" w="12522556">
                <a:moveTo>
                  <a:pt x="0" y="0"/>
                </a:moveTo>
                <a:lnTo>
                  <a:pt x="12522556" y="0"/>
                </a:lnTo>
                <a:lnTo>
                  <a:pt x="12522556" y="8969281"/>
                </a:lnTo>
                <a:lnTo>
                  <a:pt x="0" y="89692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61" y="235885"/>
            <a:ext cx="168536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OBSERVER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1905449"/>
            <a:ext cx="12251082" cy="1766881"/>
          </a:xfrm>
          <a:custGeom>
            <a:avLst/>
            <a:gdLst/>
            <a:ahLst/>
            <a:cxnLst/>
            <a:rect r="r" b="b" t="t" l="l"/>
            <a:pathLst>
              <a:path h="1766881" w="12251082">
                <a:moveTo>
                  <a:pt x="0" y="0"/>
                </a:moveTo>
                <a:lnTo>
                  <a:pt x="12251082" y="0"/>
                </a:lnTo>
                <a:lnTo>
                  <a:pt x="12251082" y="1766881"/>
                </a:lnTo>
                <a:lnTo>
                  <a:pt x="0" y="17668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877741"/>
            <a:ext cx="8581336" cy="5175148"/>
          </a:xfrm>
          <a:custGeom>
            <a:avLst/>
            <a:gdLst/>
            <a:ahLst/>
            <a:cxnLst/>
            <a:rect r="r" b="b" t="t" l="l"/>
            <a:pathLst>
              <a:path h="5175148" w="8581336">
                <a:moveTo>
                  <a:pt x="0" y="0"/>
                </a:moveTo>
                <a:lnTo>
                  <a:pt x="8581336" y="0"/>
                </a:lnTo>
                <a:lnTo>
                  <a:pt x="8581336" y="5175148"/>
                </a:lnTo>
                <a:lnTo>
                  <a:pt x="0" y="51751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24626" y="2426481"/>
            <a:ext cx="7863374" cy="4974118"/>
          </a:xfrm>
          <a:custGeom>
            <a:avLst/>
            <a:gdLst/>
            <a:ahLst/>
            <a:cxnLst/>
            <a:rect r="r" b="b" t="t" l="l"/>
            <a:pathLst>
              <a:path h="4974118" w="7863374">
                <a:moveTo>
                  <a:pt x="0" y="0"/>
                </a:moveTo>
                <a:lnTo>
                  <a:pt x="7863374" y="0"/>
                </a:lnTo>
                <a:lnTo>
                  <a:pt x="7863374" y="4974118"/>
                </a:lnTo>
                <a:lnTo>
                  <a:pt x="0" y="49741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1425058"/>
            <a:ext cx="12251082" cy="894084"/>
          </a:xfrm>
          <a:custGeom>
            <a:avLst/>
            <a:gdLst/>
            <a:ahLst/>
            <a:cxnLst/>
            <a:rect r="r" b="b" t="t" l="l"/>
            <a:pathLst>
              <a:path h="894084" w="12251082">
                <a:moveTo>
                  <a:pt x="0" y="0"/>
                </a:moveTo>
                <a:lnTo>
                  <a:pt x="12251082" y="0"/>
                </a:lnTo>
                <a:lnTo>
                  <a:pt x="12251082" y="894085"/>
                </a:lnTo>
                <a:lnTo>
                  <a:pt x="0" y="8940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423918"/>
            <a:ext cx="10424626" cy="3420942"/>
          </a:xfrm>
          <a:custGeom>
            <a:avLst/>
            <a:gdLst/>
            <a:ahLst/>
            <a:cxnLst/>
            <a:rect r="r" b="b" t="t" l="l"/>
            <a:pathLst>
              <a:path h="3420942" w="10424626">
                <a:moveTo>
                  <a:pt x="0" y="0"/>
                </a:moveTo>
                <a:lnTo>
                  <a:pt x="10424626" y="0"/>
                </a:lnTo>
                <a:lnTo>
                  <a:pt x="10424626" y="3420941"/>
                </a:lnTo>
                <a:lnTo>
                  <a:pt x="0" y="3420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5844859"/>
            <a:ext cx="10411774" cy="3413441"/>
          </a:xfrm>
          <a:custGeom>
            <a:avLst/>
            <a:gdLst/>
            <a:ahLst/>
            <a:cxnLst/>
            <a:rect r="r" b="b" t="t" l="l"/>
            <a:pathLst>
              <a:path h="3413441" w="10411774">
                <a:moveTo>
                  <a:pt x="0" y="0"/>
                </a:moveTo>
                <a:lnTo>
                  <a:pt x="10411774" y="0"/>
                </a:lnTo>
                <a:lnTo>
                  <a:pt x="10411774" y="3413441"/>
                </a:lnTo>
                <a:lnTo>
                  <a:pt x="0" y="34134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0530" y="1934508"/>
            <a:ext cx="5762864" cy="7475413"/>
          </a:xfrm>
          <a:custGeom>
            <a:avLst/>
            <a:gdLst/>
            <a:ahLst/>
            <a:cxnLst/>
            <a:rect r="r" b="b" t="t" l="l"/>
            <a:pathLst>
              <a:path h="7475413" w="5762864">
                <a:moveTo>
                  <a:pt x="0" y="0"/>
                </a:moveTo>
                <a:lnTo>
                  <a:pt x="5762864" y="0"/>
                </a:lnTo>
                <a:lnTo>
                  <a:pt x="5762864" y="7475413"/>
                </a:lnTo>
                <a:lnTo>
                  <a:pt x="0" y="747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2541" y="6047321"/>
            <a:ext cx="1345040" cy="3362600"/>
          </a:xfrm>
          <a:custGeom>
            <a:avLst/>
            <a:gdLst/>
            <a:ahLst/>
            <a:cxnLst/>
            <a:rect r="r" b="b" t="t" l="l"/>
            <a:pathLst>
              <a:path h="3362600" w="1345040">
                <a:moveTo>
                  <a:pt x="0" y="0"/>
                </a:moveTo>
                <a:lnTo>
                  <a:pt x="1345040" y="0"/>
                </a:lnTo>
                <a:lnTo>
                  <a:pt x="1345040" y="3362600"/>
                </a:lnTo>
                <a:lnTo>
                  <a:pt x="0" y="3362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1436" y="7587065"/>
            <a:ext cx="729142" cy="1822856"/>
          </a:xfrm>
          <a:custGeom>
            <a:avLst/>
            <a:gdLst/>
            <a:ahLst/>
            <a:cxnLst/>
            <a:rect r="r" b="b" t="t" l="l"/>
            <a:pathLst>
              <a:path h="1822856" w="729142">
                <a:moveTo>
                  <a:pt x="0" y="0"/>
                </a:moveTo>
                <a:lnTo>
                  <a:pt x="729143" y="0"/>
                </a:lnTo>
                <a:lnTo>
                  <a:pt x="729143" y="1822856"/>
                </a:lnTo>
                <a:lnTo>
                  <a:pt x="0" y="182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70769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4720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78671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32622" y="8364246"/>
            <a:ext cx="2255378" cy="1045675"/>
          </a:xfrm>
          <a:custGeom>
            <a:avLst/>
            <a:gdLst/>
            <a:ahLst/>
            <a:cxnLst/>
            <a:rect r="r" b="b" t="t" l="l"/>
            <a:pathLst>
              <a:path h="1045675" w="2255378">
                <a:moveTo>
                  <a:pt x="0" y="0"/>
                </a:moveTo>
                <a:lnTo>
                  <a:pt x="2255378" y="0"/>
                </a:lnTo>
                <a:lnTo>
                  <a:pt x="2255378" y="1045675"/>
                </a:lnTo>
                <a:lnTo>
                  <a:pt x="0" y="1045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74178" y="2030880"/>
            <a:ext cx="17331945" cy="613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FACTORY METHOD 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FACADE PATTERN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FLYWEIGHT PATTERN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TEMPLATE METHOD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STATE PATTERN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STRATEGY PATTERN 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COMMAND PATTERN</a:t>
            </a:r>
          </a:p>
          <a:p>
            <a:pPr algn="l" marL="837552" indent="-418776" lvl="1">
              <a:lnSpc>
                <a:spcPts val="5431"/>
              </a:lnSpc>
              <a:buAutoNum type="arabicPeriod" startAt="1"/>
            </a:pPr>
            <a:r>
              <a:rPr lang="en-US" sz="38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OBSERVER PATTERN</a:t>
            </a:r>
          </a:p>
          <a:p>
            <a:pPr algn="l">
              <a:lnSpc>
                <a:spcPts val="5431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88753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948915" y="4008751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3945" y="6887762"/>
            <a:ext cx="2012410" cy="2610438"/>
          </a:xfrm>
          <a:custGeom>
            <a:avLst/>
            <a:gdLst/>
            <a:ahLst/>
            <a:cxnLst/>
            <a:rect r="r" b="b" t="t" l="l"/>
            <a:pathLst>
              <a:path h="2610438" w="2012410">
                <a:moveTo>
                  <a:pt x="0" y="0"/>
                </a:moveTo>
                <a:lnTo>
                  <a:pt x="2012410" y="0"/>
                </a:lnTo>
                <a:lnTo>
                  <a:pt x="2012410" y="2610438"/>
                </a:lnTo>
                <a:lnTo>
                  <a:pt x="0" y="261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41645" y="6887762"/>
            <a:ext cx="2012410" cy="2610438"/>
          </a:xfrm>
          <a:custGeom>
            <a:avLst/>
            <a:gdLst/>
            <a:ahLst/>
            <a:cxnLst/>
            <a:rect r="r" b="b" t="t" l="l"/>
            <a:pathLst>
              <a:path h="2610438" w="2012410">
                <a:moveTo>
                  <a:pt x="2012410" y="0"/>
                </a:moveTo>
                <a:lnTo>
                  <a:pt x="0" y="0"/>
                </a:lnTo>
                <a:lnTo>
                  <a:pt x="0" y="2610438"/>
                </a:lnTo>
                <a:lnTo>
                  <a:pt x="2012410" y="2610438"/>
                </a:lnTo>
                <a:lnTo>
                  <a:pt x="20124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45557" y="2981803"/>
            <a:ext cx="109537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THIS IS THE END. THANKS!!!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83697" y="7077534"/>
            <a:ext cx="7315200" cy="2420666"/>
          </a:xfrm>
          <a:custGeom>
            <a:avLst/>
            <a:gdLst/>
            <a:ahLst/>
            <a:cxnLst/>
            <a:rect r="r" b="b" t="t" l="l"/>
            <a:pathLst>
              <a:path h="2420666" w="7315200">
                <a:moveTo>
                  <a:pt x="0" y="0"/>
                </a:moveTo>
                <a:lnTo>
                  <a:pt x="7315200" y="0"/>
                </a:lnTo>
                <a:lnTo>
                  <a:pt x="7315200" y="2420666"/>
                </a:lnTo>
                <a:lnTo>
                  <a:pt x="0" y="2420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0907" y="4760149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899307" y="4760149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190212" y="764718"/>
            <a:ext cx="4669492" cy="832019"/>
          </a:xfrm>
          <a:custGeom>
            <a:avLst/>
            <a:gdLst/>
            <a:ahLst/>
            <a:cxnLst/>
            <a:rect r="r" b="b" t="t" l="l"/>
            <a:pathLst>
              <a:path h="832019" w="4669492">
                <a:moveTo>
                  <a:pt x="0" y="0"/>
                </a:moveTo>
                <a:lnTo>
                  <a:pt x="4669491" y="0"/>
                </a:lnTo>
                <a:lnTo>
                  <a:pt x="4669491" y="832018"/>
                </a:lnTo>
                <a:lnTo>
                  <a:pt x="0" y="8320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808721" y="764718"/>
            <a:ext cx="4669492" cy="832019"/>
          </a:xfrm>
          <a:custGeom>
            <a:avLst/>
            <a:gdLst/>
            <a:ahLst/>
            <a:cxnLst/>
            <a:rect r="r" b="b" t="t" l="l"/>
            <a:pathLst>
              <a:path h="832019" w="4669492">
                <a:moveTo>
                  <a:pt x="4669491" y="0"/>
                </a:moveTo>
                <a:lnTo>
                  <a:pt x="0" y="0"/>
                </a:lnTo>
                <a:lnTo>
                  <a:pt x="0" y="832018"/>
                </a:lnTo>
                <a:lnTo>
                  <a:pt x="4669491" y="832018"/>
                </a:lnTo>
                <a:lnTo>
                  <a:pt x="466949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653333" y="4798249"/>
            <a:ext cx="1126068" cy="1126068"/>
          </a:xfrm>
          <a:custGeom>
            <a:avLst/>
            <a:gdLst/>
            <a:ahLst/>
            <a:cxnLst/>
            <a:rect r="r" b="b" t="t" l="l"/>
            <a:pathLst>
              <a:path h="1126068" w="1126068">
                <a:moveTo>
                  <a:pt x="0" y="0"/>
                </a:moveTo>
                <a:lnTo>
                  <a:pt x="1126068" y="0"/>
                </a:lnTo>
                <a:lnTo>
                  <a:pt x="1126068" y="1126068"/>
                </a:lnTo>
                <a:lnTo>
                  <a:pt x="0" y="1126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2508599" y="4798249"/>
            <a:ext cx="1126068" cy="1126068"/>
          </a:xfrm>
          <a:custGeom>
            <a:avLst/>
            <a:gdLst/>
            <a:ahLst/>
            <a:cxnLst/>
            <a:rect r="r" b="b" t="t" l="l"/>
            <a:pathLst>
              <a:path h="1126068" w="1126068">
                <a:moveTo>
                  <a:pt x="1126068" y="0"/>
                </a:moveTo>
                <a:lnTo>
                  <a:pt x="0" y="0"/>
                </a:lnTo>
                <a:lnTo>
                  <a:pt x="0" y="1126068"/>
                </a:lnTo>
                <a:lnTo>
                  <a:pt x="1126068" y="1126068"/>
                </a:lnTo>
                <a:lnTo>
                  <a:pt x="112606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537754" y="1012647"/>
            <a:ext cx="3212493" cy="584090"/>
          </a:xfrm>
          <a:custGeom>
            <a:avLst/>
            <a:gdLst/>
            <a:ahLst/>
            <a:cxnLst/>
            <a:rect r="r" b="b" t="t" l="l"/>
            <a:pathLst>
              <a:path h="584090" w="3212493">
                <a:moveTo>
                  <a:pt x="0" y="0"/>
                </a:moveTo>
                <a:lnTo>
                  <a:pt x="3212492" y="0"/>
                </a:lnTo>
                <a:lnTo>
                  <a:pt x="3212492" y="584089"/>
                </a:lnTo>
                <a:lnTo>
                  <a:pt x="0" y="5840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DAHJvB2VMRI</dc:identifier>
  <dcterms:modified xsi:type="dcterms:W3CDTF">2011-08-01T06:04:30Z</dcterms:modified>
  <cp:revision>1</cp:revision>
  <dc:title>Plants vs ZOMBIE: golden spatula</dc:title>
</cp:coreProperties>
</file>